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63636"/>
                </a:solidFill>
              </a:rPr>
              <a:t>Mamta Quotation System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363636"/>
                </a:solidFill>
              </a:rPr>
              <a:t>Database Schema Overview</a:t>
            </a:r>
            <a:endParaRPr lang="en-US" sz="3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Database Overview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1. Built on PostgreSQL (hosted via Supabase)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2. Consists of 5 main tables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3. Divided into Inventory (products, brands, categories)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   and Sales (quotations, quotation_items)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4. Uses Object Storage for images and PDFs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Categories &amp; Brands (Inventory)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Purpose: Used to categorize products and link them to brands.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Relationship: 1:M with Products.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2560320"/>
            <a:ext cx="8229600" cy="1828800"/>
          </a:xfrm>
          <a:prstGeom prst="rect">
            <a:avLst/>
          </a:prstGeom>
          <a:solidFill>
            <a:srgbClr val="F1F1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 Example: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categories (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 UUID PRIMARY KEY DEFAULT uuid_generate_v4(),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 TEXT NOT NULL UNIQUE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Products Table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Purpose: Stores details for every quotable item.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2103120"/>
            <a:ext cx="8229600" cy="2743200"/>
          </a:xfrm>
          <a:prstGeom prst="rect">
            <a:avLst/>
          </a:prstGeom>
          <a:solidFill>
            <a:srgbClr val="F1F1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 Example: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products (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 UUID PRIMARY KEY DEFAULT uuid_generate_v4(),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 TEXT NOT NULL,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base_price DECIMAL(10,2),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category_id UUID REFERENCES categories(id),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brand_id UUID REFERENCES brands(id)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Quotations Table (Sales Header)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Purpose: High-level quote metadata (customer, totals).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2103120"/>
            <a:ext cx="8229600" cy="2743200"/>
          </a:xfrm>
          <a:prstGeom prst="rect">
            <a:avLst/>
          </a:prstGeom>
          <a:solidFill>
            <a:srgbClr val="F1F1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 Example: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quotations (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 UUID PRIMARY KEY DEFAULT uuid_generate_v4(),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quote_number TEXT UNIQUE NOT NULL,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customer_name TEXT,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grand_total DECIMAL(12,2)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Quotation Items (Sales Details)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Purpose: Junction table storing specific products per quote.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2103120"/>
            <a:ext cx="8229600" cy="2743200"/>
          </a:xfrm>
          <a:prstGeom prst="rect">
            <a:avLst/>
          </a:prstGeom>
          <a:solidFill>
            <a:srgbClr val="F1F1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 Example: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quotation_items (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 UUID PRIMARY KEY DEFAULT uuid_generate_v4(),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quotation_id UUID REFERENCES quotations(id),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product_id UUID REFERENCES products(id),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quantity INTEGER DEFAULT 1,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line_total DECIMAL(12,2)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Entity Relationships Summary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Categories (1) ---&gt; (M) Products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Brands (1) ---&gt; (M) Products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Quotations (1) ---&gt; (M) Quotation Items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 Products (1) ---&gt; (M) Quotation Items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2026-07-28T12:36:16Z</dcterms:created>
  <dcterms:modified xsi:type="dcterms:W3CDTF">2026-07-28T12:36:16Z</dcterms:modified>
</cp:coreProperties>
</file>